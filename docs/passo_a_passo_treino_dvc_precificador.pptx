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12F"/>
          </a:solidFill>
          <a:ln w="12700">
            <a:solidFill>
              <a:srgbClr val="1821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4008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treino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76656" y="1234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Precificador Imobiliario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" y="5440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DVC, MLflow, validacao, promocao e Git sem subir artefatos pesados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20840" y="9601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0424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51192" y="10332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1673352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755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51192" y="17465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86584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4688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51192" y="24597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309981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1821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51192" y="31729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3813048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38953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51192" y="38862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6656" y="58704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Versao atual baseada no projeto em execucao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Preparacao inicial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local e instalacao das dependencias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76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 na pasta raiz do projeto.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1508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64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Ativar o ambiente virtual .venv.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16255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122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maquina nova, instalar dependencias com pip install -e 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5100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597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versionar .venv, data pesada, models ou mlruns.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132588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1472184"/>
            <a:ext cx="524865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"C:\Users\diesa\Documents\Pos - Machine Learning Engineering\Fase 5\precificador-imobiliario"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.\.venv\Scripts\activate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1546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3300984"/>
            <a:ext cx="5248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esperado no momento: 57 passed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439369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4343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ambiente ja existir, rode apenas activate e pytest.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52160" y="474116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6908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Warnings de bibliotecas sao esperados; erro e teste falhando.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Caminho recomendado: DVC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este caminho quando o DVC estiver funcionando na maquina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996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43584" y="1490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122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43584" y="21031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2642616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249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43584" y="27157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3255264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375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3584" y="33284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repro_check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1325880"/>
            <a:ext cx="6263640" cy="1417320"/>
          </a:xfrm>
          <a:prstGeom prst="roundRect">
            <a:avLst>
              <a:gd name="adj" fmla="val 5161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472184"/>
            <a:ext cx="59344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dvc repro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dvc repro train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dvc repro validate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dvc repro repro_check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2049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1546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DVC reexecuta apenas o que mudou.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4800600" y="355244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502152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 atualiza dvc.lock e os artefatos controlados pelo pipeline.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4800600" y="389991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84962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fim, confirme que features, treino, validacao e reproducibilidade ficaram OK.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4800600" y="4663440"/>
            <a:ext cx="6263640" cy="822960"/>
          </a:xfrm>
          <a:prstGeom prst="roundRect">
            <a:avLst>
              <a:gd name="adj" fmla="val 8889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4809744"/>
            <a:ext cx="5934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dvc.lock .dvc\.gitignore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Saidas esperadas do DVC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que mostram que o pipeline rodou certo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2588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61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333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data/processed/itbi_features_minimal.csv atualizado.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31520" y="218084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305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data/metrics/feature_contract.json com passed = true.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31520" y="252831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780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valor_m2 e sem media_valor_cep como features finais.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049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366217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models/dev/model_VERSAO criado.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31520" y="400964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593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data/metrics/train_metrics.json atualizado.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31520" y="4357116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068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 modelo escolhido pelo menor MAE.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3761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8333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78308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data/metrics/validation_dev.json atualizado.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00800" y="218084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13055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Saida mostra MAE, R2 e faixa de predicao.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400800" y="2528316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47802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versao carregada precisa ser a mesma gerada no treino.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400800" y="315468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049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366217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61188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data/metrics/reproducibility_report.json atualizado.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6400800" y="40096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95935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Relatorio confirma estrutura minima e dependencias essenciais.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400800" y="435711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30682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Git deve receber dvc.lock junto com codigo e docs.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Caminho alternativo: comandos diretos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 o DVC der problema de permissao ou cache local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63624"/>
            <a:ext cx="60716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src\features\build_features_minimal.py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src\training\train_mlflow.py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src\training\validate_model.py --env dev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scripts\check_reproducibility.py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32964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246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 caminho gera os mesmos principais artefatos locais.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364388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935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Nao atualiza o grafo do DVC do mesmo jeito que dvc repro.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99135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94106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Depois, rode testes e confira metricas antes de promover.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563624"/>
            <a:ext cx="3877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Get-ChildItem models\dev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 data\metrics\train_metrics.json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Preferencia do grupo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361645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3566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DVC para execucao oficial.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315200" y="396392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3913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diretos para destravar maquina local.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7315200" y="4311396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42611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no README quando usar o caminho alternativo.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Promocao por versao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Promova a versao gerada no treino, nao um modelo ambiguo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76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versao e a parte depois de model_.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81508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6479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 models/dev/model_2026.05.02.1934 -&gt; versao 2026.05.02.1934.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16255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1226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--improvement-pct 0 quando o modelo antigo nao tiver metrica comparavel.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935224"/>
            <a:ext cx="105521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src\training\promote_model.py --from-env dev --to-env test --version 2026.05.02.1934 --improvement-pct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src\training\validate_model.py --env test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src\training\promote_model.py --from-env test --to-env prod --version 2026.05.02.1934 --improvement-pct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src\training\validate_model.py --env prod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85800" y="50337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834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quiser exigir melhora real sobre o ativo, troque 0 por 5.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85800" y="538124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3095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usar 5, o modelo ativo precisa ter metrics.json ou validation.json com mae.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Teste rapido da API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de promover para prod, valide o contrato real do endpoint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72184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api.main:app --reload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0835640" cy="1691640"/>
          </a:xfrm>
          <a:prstGeom prst="roundRect">
            <a:avLst>
              <a:gd name="adj" fmla="val 4324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523744"/>
            <a:ext cx="105064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Invoke-RestMethod -Uri "http://127.0.0.1:8000/predict" `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-Method Post `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-ContentType "application/json" `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-Body '{"bairro":"MOEMA","cep_prefixo":"04001",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"area_do_terreno_m2":120,"ano":2024,"mes":1}'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85800" y="448513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modelo estiver desalinhado, a API costuma falhar na predicao.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85800" y="483260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823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atual: bairro, cep_prefixo, area_do_terreno_m2, ano, mes.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85800" y="5180076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2978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ano_mes ainda pode ser aceito em algumas camadas, mas ano e mes sao o contrato principal.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Git sem subir artefatos pesados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.gitignore protege, mas sempre confira antes do commit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10835640" cy="2240280"/>
          </a:xfrm>
          <a:prstGeom prst="roundRect">
            <a:avLst>
              <a:gd name="adj" fmla="val 3265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80744"/>
            <a:ext cx="1050645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 --ignored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.gitignore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dvc.lock .dvc\.gitignore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api src tests monitoring docs README.md params.yaml pyproject.toml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"Align ML pipeline with updated feature contract"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85800" y="393649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8620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Nao commitar: .venv, node_modules, data pesada, models, mlruns, caches.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28396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3367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Commitar: codigo, testes, docs, configs, dvc.lock e metricas JSON pequenas.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631436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58114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algo pesado entrar staged por engano: git restore --staged caminho/do/arquivo.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5349240"/>
            <a:ext cx="6217920" cy="658368"/>
          </a:xfrm>
          <a:prstGeom prst="roundRect">
            <a:avLst>
              <a:gd name="adj" fmla="val 11111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495544"/>
            <a:ext cx="5888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dvc push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somente se houver remoto DVC configurado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Checklist de conclusao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Sequencia curta para cada pessoa do grupo validar a propria maquina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Setup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14600" y="1453896"/>
            <a:ext cx="594360" cy="0"/>
          </a:xfrm>
          <a:prstGeom prst="line">
            <a:avLst/>
          </a:prstGeom>
          <a:noFill/>
          <a:ln w="1778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3258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Ambiente ativa e pytest passando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8928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Features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14600" y="2020824"/>
            <a:ext cx="594360" cy="0"/>
          </a:xfrm>
          <a:prstGeom prst="line">
            <a:avLst/>
          </a:prstGeom>
          <a:noFill/>
          <a:ln w="1778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89280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feature_contract.json com passed = true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45973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</a:rPr>
              <a:t>Treino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14600" y="2587752"/>
            <a:ext cx="594360" cy="0"/>
          </a:xfrm>
          <a:prstGeom prst="line">
            <a:avLst/>
          </a:prstGeom>
          <a:noFill/>
          <a:ln w="1778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45973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models/dev/model_VERSAO criado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0266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Validacao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154680"/>
            <a:ext cx="594360" cy="0"/>
          </a:xfrm>
          <a:prstGeom prst="line">
            <a:avLst/>
          </a:prstGeom>
          <a:noFill/>
          <a:ln w="1778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02666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validation_dev.json com MAE e R2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59359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Promocao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14600" y="3721608"/>
            <a:ext cx="594360" cy="0"/>
          </a:xfrm>
          <a:prstGeom prst="line">
            <a:avLst/>
          </a:prstGeom>
          <a:noFill/>
          <a:ln w="1778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59359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test e prod validados com a mesma versao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16052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API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14600" y="4288536"/>
            <a:ext cx="594360" cy="0"/>
          </a:xfrm>
          <a:prstGeom prst="line">
            <a:avLst/>
          </a:prstGeom>
          <a:noFill/>
          <a:ln w="1778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160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POST /predict respondendo com valor_estimado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72744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Git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514600" y="4855464"/>
            <a:ext cx="594360" cy="0"/>
          </a:xfrm>
          <a:prstGeom prst="line">
            <a:avLst/>
          </a:prstGeom>
          <a:noFill/>
          <a:ln w="1778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7274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status sem artefatos pesados staged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Erros comuns e como destravar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provaveis e acao recomendada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61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DVC permissao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3337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dvc repro falhar por acesso local, rode os comandos diretos.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85800" y="218084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3055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tente DVC novamente ou alinhe com o responsavel pelo ambiente.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493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Promocao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334213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9184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ativo antigo nao tem mae, usar --improvement-pct 0.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685800" y="368960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931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usar 5, garanta metrics.json/validation.json no modelo ativo.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400800" y="132588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3761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0" y="18333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783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/predict falhar, confirmar que prod usa modelo novo.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6400800" y="218084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1305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deve conter bairro, cep_prefixo, area, ano e mes.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6400800" y="283464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88493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0" y="334213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2918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commit, revisar git status --short.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6400800" y="368960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6393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Nao subir data pesada, models, mlruns, .venv ou node_modules.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Divisao sugerida do grupo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Mantem trabalho em paralelo mesmo com uma branch principal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76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 1: dados, DVC, feature_contract e dvc.lock.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9796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9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 2: treino, MLflow, metricas e promocao de modelos.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49174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4144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 3: API, agent, guardrails e testes de endpoint.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0380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535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 4: documentacao, checklist do PDF, benchmark e README.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1586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655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cada push: git pull, rodar pytest, revisar git status.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718304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"mensagem clara"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Precificador Imobiliario | Pipeline ML | 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Pos Machine Learning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treino do Precificador Imobiliario</dc:title>
  <dc:subject>Passo a passo de treino, DVC, validacao e promocao</dc:subject>
  <dc:creator>Grupo Datathon - Precificador Imobiliario</dc:creator>
  <cp:lastModifiedBy>Grupo Datathon - Precificador Imobiliario</cp:lastModifiedBy>
  <cp:revision>1</cp:revision>
  <dcterms:created xsi:type="dcterms:W3CDTF">2026-05-02T22:51:22Z</dcterms:created>
  <dcterms:modified xsi:type="dcterms:W3CDTF">2026-05-02T22:51:22Z</dcterms:modified>
</cp:coreProperties>
</file>